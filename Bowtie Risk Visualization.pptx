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a46d4b9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a46d4b9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title: Every major incident starts as a small, preventable threat.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a46d4b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a46d4b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a46d4b91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a46d4b91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a46d4b91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5a46d4b91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a46d4b91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5a46d4b91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a46d4b91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a46d4b91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proto/IBNZQZDxOxZsC7wUhDKD6z/cjapit-s-team-library?page-id=0%3A1&amp;node-id=3328-687&amp;viewport=-2284%2C2923%2C2.02&amp;t=Q8K8HfglpGqUGDSx-1&amp;scaling=min-zoom&amp;content-scaling=fixed&amp;starting-point-node-id=3328%3A687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Bowtie Risk Visualization 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18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risk scenario matters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863550"/>
            <a:ext cx="4644300" cy="4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</a:rPr>
              <a:t>Who This Helps</a:t>
            </a:r>
            <a:endParaRPr b="1"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Fleet Managers</a:t>
            </a: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Executives </a:t>
            </a: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Drivers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</a:rPr>
              <a:t>Who This Affects</a:t>
            </a:r>
            <a:endParaRPr b="1"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Drivers &amp; passengers </a:t>
            </a: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Fleet operations </a:t>
            </a: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The company 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</a:rPr>
              <a:t>Why It’s Important</a:t>
            </a:r>
            <a:endParaRPr b="1"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One distraction can trigger a full loss-of-control event</a:t>
            </a: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500">
                <a:solidFill>
                  <a:schemeClr val="dk1"/>
                </a:solidFill>
              </a:rPr>
              <a:t>Small threats → big consequences when barriers fail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350" y="1368688"/>
            <a:ext cx="3609200" cy="24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https://www.figma.com/proto/IBNZQZDxOxZsC7wUhDKD6z/cjapit-s-team-library?page-id=0%3A1&amp;node-id=3328-687&amp;viewport=-2284%2C2923%2C2.02&amp;t=Q8K8HfglpGqUGDSx-1&amp;scaling=min-zoom&amp;content-scaling=fixed&amp;starting-point-node-id=3328%3A687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Design Choices (Chris)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632250" y="1121000"/>
            <a:ext cx="7879500" cy="3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Threats -&gt; Barriers -&gt; Top Event -&gt; Barriers -&gt; Consequence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Spacing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Colors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Red: Barrier Fail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Green: Barrier Active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Orange: Downstream Flow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Legend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Threat / Barrier (Active / Passive) / Hazard / Top Event / Consequence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Prototype Logic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152475"/>
            <a:ext cx="400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</a:pPr>
            <a:r>
              <a:rPr lang="en" sz="2000">
                <a:solidFill>
                  <a:schemeClr val="lt1"/>
                </a:solidFill>
              </a:rPr>
              <a:t>Components</a:t>
            </a:r>
            <a:endParaRPr sz="20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Simulation of interactivity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Variants</a:t>
            </a:r>
            <a:endParaRPr sz="16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</a:pPr>
            <a:r>
              <a:rPr lang="en" sz="2000">
                <a:solidFill>
                  <a:schemeClr val="lt1"/>
                </a:solidFill>
              </a:rPr>
              <a:t>Interactivity</a:t>
            </a:r>
            <a:endParaRPr sz="20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Triggers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Actions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Animations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4800" y="1152463"/>
            <a:ext cx="5011477" cy="375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Trade-Offs (Figma vs Reactflow)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" name="Google Shape;132;p30"/>
          <p:cNvSpPr txBox="1"/>
          <p:nvPr>
            <p:ph idx="1" type="body"/>
          </p:nvPr>
        </p:nvSpPr>
        <p:spPr>
          <a:xfrm>
            <a:off x="107325" y="1134300"/>
            <a:ext cx="2763300" cy="3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Speed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Implementation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Accessibility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No coding required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Collaboration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013" y="1017725"/>
            <a:ext cx="4079974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6069000" y="1134300"/>
            <a:ext cx="2763300" cy="3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Scalability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Easier to manage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Performance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Functionality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Lessons Learned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Improvements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Importance of interactivity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Audience matters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Clarity vs Detail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29663"/>
            <a:ext cx="3662025" cy="36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